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27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9859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879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8831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4840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0658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003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240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58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151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0031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48429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578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4525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9453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55300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764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95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49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</a:rPr>
              <a:t>COS30045  ·  DATA VISUALISATION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Project Stand Up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C4"/>
                </a:solidFill>
              </a:rPr>
              <a:t>Hospitalised Injuries from Road Crashes in Australia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971800"/>
            <a:ext cx="2743200" cy="3657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Team:  Team 7  ·  Sanghun Shin (Sean)  ·  Sebastian Haney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Week 11  ·  Semester 1,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3557"/>
                </a:solidFill>
              </a:rPr>
              <a:t>Today's Stand 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Progress Since Week 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What was completed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329184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Design Book Update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Section 3 revised · Wireframe added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12648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1645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Website &amp; D3.js Status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HTML skeleton · Chart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56032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5720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KNIME Workflow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Sebastian's completed workflow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56032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2560320" cy="640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3291840" y="2880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91840" y="3291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Plan for final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</a:rPr>
              <a:t>01  Progress Since Week 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Sean — Completed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✔  Wireframe prototype designed
✔  Design Book Section 3 revised
✔  Tab navigation structure decided
    (Total / Trend / Age &amp; Gender)
✔  Chart plan finalised
    (Line · Bar · Scatterplot · Histogram)
✔  Shared filter bar interaction designed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Sebastian — Completed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✔  KNIME workflow completed
✔  All 3 datasets cleaned &amp; filtered
✔  5 CSV files exported
✔  Design Book Section 2 written
    (Data exploration &amp; KNIME steps)
✔  KNIME screenshots added to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</a:rPr>
              <a:t>    Design Book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</a:rPr>
              <a:t>02  Design Book Update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3 — Revised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</a:rPr>
              <a:t>3.1 Website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Single-page app · Tab switching (Total / Trend /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Age &amp; Gender) · Key Stats panel · 2×2 chart grid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54864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</a:rPr>
              <a:t>3.2 Visualisation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Line chart · Bar chart · Scatterplot · Histogram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ColorBrewer palette · Tufte &amp; Munzner principles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54864" cy="100584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</a:rPr>
              <a:t>3.3 Interaction 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Shared filter bar · Age / Gender / Road user filters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Tooltip on hover · Reset button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Figure 1 — Wireframe Prototype</a:t>
            </a:r>
            <a:endParaRPr lang="en-US" sz="1300" dirty="0"/>
          </a:p>
        </p:txBody>
      </p:sp>
      <p:pic>
        <p:nvPicPr>
          <p:cNvPr id="17" name="Image 0" descr="/mnt/user-data/uploads/Wireframe_Prototy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1371600"/>
            <a:ext cx="41148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</a:rPr>
              <a:t>03  Website &amp; D3.js Status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Website File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931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
style.css
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
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linechart.js
  barchart.js
  scatterplot.js
  histogram.js
</a:t>
            </a:r>
            <a:r>
              <a:rPr lang="en-US" sz="1050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shared.js
</a:t>
            </a: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
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national_annual.csv
  state_annual.csv
  road_user_annual.csv
  demographics_age.csv
  first_nations_annual.csv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914400"/>
            <a:ext cx="438912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480560" y="914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Chart Coding Plan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43891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6400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63440" y="14264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Line chart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719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Tab: Trend  ·  File: linechart.js  ·  Data: national_annual.csv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2240280"/>
            <a:ext cx="43891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480560" y="2240280"/>
            <a:ext cx="64008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63440" y="22951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Bar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5877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Tab: Total  ·  File: barchart.js  ·  Data: state_annual.csv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3108960"/>
            <a:ext cx="43891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4480560" y="3108960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663440" y="31638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Scatterplot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456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Tab: Age &amp; Gender  ·  File: scatterplot.js  ·  Data: demographics_age.csv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3977640"/>
            <a:ext cx="438912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4480560" y="3977640"/>
            <a:ext cx="64008" cy="749808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Histogram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325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Tab: Age &amp; Gender  ·  File: histogram.js  ·  Data: demographics_age.csv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</a:rPr>
              <a:t>04  KNIME Workflow — Completed ✔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Steps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CSV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National Hospitalisation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(117,919 rows)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Row filter (traffic only)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GroupBy year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Sum aggregation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national_annual.csv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road_user_annual.csv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demographics_age.csv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✔ Done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State &amp; Territory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(1,372 rows)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Column rename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GroupBy state + year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Sum aggregation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state_annual.csv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✔ Done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 Nations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(352 rows)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Row filter (traffic only)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String→Number conversion</a:t>
                      </a:r>
                      <a:endParaRPr lang="en-US" sz="1000" dirty="0"/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GroupBy year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first_nations_annual.csv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✔ Done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94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KNIME file (Team_7_Hospital_Injuries_workflow.knwf) submitted with this Stand Up package.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8"/>
                </a:solidFill>
              </a:rPr>
              <a:t>5 CSV files ready for D3.js integration  ·  Hosted in GitHub repository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557"/>
                </a:solidFill>
              </a:rPr>
              <a:t>05 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005840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96926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Implement tab switching (Total / Trend / Age &amp; Gender) in D3.js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0" y="9692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9047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1005840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65760" y="14904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154533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Code Line chart — national_annual.csv · year-on-year trend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0" y="15453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84124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1005840" cy="50292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65760" y="206654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12140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Code Bar chart — state_annual.csv · state comparison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21214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4261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365760" y="2642616"/>
            <a:ext cx="10058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Sebastian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2697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Code Scatterplot — demographics_age.csv · age × gender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11–12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18688"/>
            <a:ext cx="84124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365760" y="3218688"/>
            <a:ext cx="10058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365760" y="3218688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Sebastian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327355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Code Histogram — demographics_age.csv · age distribution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32735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11–12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365760" y="3794760"/>
            <a:ext cx="10058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65760" y="3794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384962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Connect shared filter bar to all 4 charts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0" y="384962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8F0F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10058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365760" y="43708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Both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508760" y="442569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Add tooltip hover to all charts · Final Design Book sections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44256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36576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GitHub: </a:t>
            </a:r>
            <a:r>
              <a:rPr lang="en-US" sz="1100" dirty="0">
                <a:solidFill>
                  <a:srgbClr val="3B82C4"/>
                </a:solidFill>
              </a:rPr>
              <a:t>github.com/Armydun1/Assignment-Project-Design-Book-and-Website-Team7-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Submission:  Design Book (Updated)  ·  This PowerPoint  ·  KNIME Workflow 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COS30045 Data Visualisation  ·  Team 7  ·  Swinburne University of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713</Words>
  <Application>Microsoft Office PowerPoint</Application>
  <PresentationFormat>화면 슬라이드 쇼(16:9)</PresentationFormat>
  <Paragraphs>115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Consolas</vt:lpstr>
      <vt:lpstr>Trebuchet MS</vt:lpstr>
      <vt:lpstr>Wingdings 3</vt:lpstr>
      <vt:lpstr>패싯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COS30045 Stand Up 2 Week 11</dc:title>
  <dc:subject>PptxGenJS Presentation</dc:subject>
  <dc:creator>PptxGenJS</dc:creator>
  <cp:lastModifiedBy>SangHun Shin</cp:lastModifiedBy>
  <cp:revision>2</cp:revision>
  <dcterms:created xsi:type="dcterms:W3CDTF">2026-05-25T07:12:08Z</dcterms:created>
  <dcterms:modified xsi:type="dcterms:W3CDTF">2026-05-25T07:17:12Z</dcterms:modified>
</cp:coreProperties>
</file>