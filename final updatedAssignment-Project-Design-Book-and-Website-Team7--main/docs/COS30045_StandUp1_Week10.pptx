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18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49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592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007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30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403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460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677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283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8884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7413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07478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485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0801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909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76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425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2771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2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5486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COS30045  ·  DATA VISUALISATION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Stand Up 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Hospitalised Injuries from Road Crashes in Australia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880360"/>
            <a:ext cx="41148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Sanghun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Shin (Sean)  ·  SEBASTIAN HANEY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·  Semester 1,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 dirty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Stand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56032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data, research questions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1887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10712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10712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setup · Design Book draft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56032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1887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47688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45352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KNIME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45352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status · teammate's work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8"/>
          <p:cNvSpPr/>
          <p:nvPr/>
        </p:nvSpPr>
        <p:spPr>
          <a:xfrm>
            <a:off x="411480" y="2651760"/>
            <a:ext cx="256032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83464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8408" y="2816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76072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&amp; Challenges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76072" y="3547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we are facing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3"/>
          <p:cNvSpPr/>
          <p:nvPr/>
        </p:nvSpPr>
        <p:spPr>
          <a:xfrm>
            <a:off x="3246120" y="2651760"/>
            <a:ext cx="256032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283464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13048" y="2816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10712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10712" y="3547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 to do next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Hospitalised injuries from Australian road crashes (2011–2021)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Infrastructure and Transport Research Economics (BITRE)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datasets:
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hospitalisation data  (117,919 rows)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&amp; Territory breakdown  (1,372 rows)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Nations hospitalised injuries  (352 rows)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national hospitalisation counts changed over 2011–2021?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states/territories have the highest counts?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disparities between First Nations and non-First Nations people?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road user type is most frequently hospitalised?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remoteness relate to hospitalisation rates?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groups are most vulnerable?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Work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789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Classroom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repository created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COS30045 GitHub Classroom joined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 with project folder structure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project description added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365760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 will be added to Canvas submission comment.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4709160" y="960120"/>
            <a:ext cx="406908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789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Book Draft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92040" y="160020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 &amp; Table of Contents
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Introduction &amp; research questions
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Data source (BITRE), governance, attribute types
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Chart types, colour palette, interaction design
</a:t>
            </a: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sketch — in progress
</a:t>
            </a: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workflow completed — 5 CSV files exported ✔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92040" y="3474720"/>
            <a:ext cx="370332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3"/>
          <p:cNvSpPr/>
          <p:nvPr/>
        </p:nvSpPr>
        <p:spPr>
          <a:xfrm>
            <a:off x="4983480" y="35204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part of this Stand Up package.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&amp; KNIME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778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Identified &amp; Confirmed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015928"/>
              </p:ext>
            </p:extLst>
          </p:nvPr>
        </p:nvGraphicFramePr>
        <p:xfrm>
          <a:off x="365760" y="1170432"/>
          <a:ext cx="8412480" cy="166420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Dimensions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Hospitalisation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117,919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Month, Remoteness, Age, Sex, Road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&amp; Territory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Road User, Sex, Age, Counterparty (6-monthly)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Nations Injuries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Nations status, Age, Remoteness, Road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2880360"/>
            <a:ext cx="8412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365760" y="2880360"/>
            <a:ext cx="841248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548640" y="29900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Workflow — Completed ✔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10712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Raw data downloaded and stored in shared repository
•  KNIME workflow completed — Traffic filter, GroupBy aggregation, CSV export for all 3 datasets
•  Outputs: national_annual.csv · state_annual.csv · road_user_annual.csv · demographics_age.csv · first_nations_annual.csv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Blockers &amp; 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1188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 vs Population-Adjusted Rates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BITRE reports absolute hospitalisation counts. Direct comparison across states (e.g. NT vs VIC) is misleading due to large population size differences. We need to decide whether to derive population-adjusted rates or clearly annotate this limitation in the visualisation narrative.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57200" cy="1188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35915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Wireframe Not Yet Complete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61488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wireframe sketch for the D3.js website layout and storyboard are still in progress. These are needed to finalise Section 3 of the Design Book.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57200" cy="1188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68503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&amp; Website 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87368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Book Section 3 (Visualisation Design) requires a wireframe and storyboard before it can be finalised and submitted.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Next Steps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143718"/>
              </p:ext>
            </p:extLst>
          </p:nvPr>
        </p:nvGraphicFramePr>
        <p:xfrm>
          <a:off x="365760" y="914400"/>
          <a:ext cx="8412480" cy="37124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wireframe sketch for D3.js website layout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Section 3 of Design Book (website &amp; visualisation design)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KNIME workflow — filter, clean, aggregate all 3 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KNIME screenshot to Design Book Section 2.2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D3.js website structure (HTML/CSS skeleton + navigation)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coding first D3 chart — National trend line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10972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45720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11480" y="320040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[https://github.com/Armydun1/Assignment-Project-Design-Book-and-Website-Team7-]
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Book Draft  ·  This PowerPoint  ·  KNIME file 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721</Words>
  <Application>Microsoft Office PowerPoint</Application>
  <PresentationFormat>화면 슬라이드 쇼(16:9)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COS30045 Project Stand Up 1 – Week 10</dc:title>
  <dc:subject>PptxGenJS Presentation</dc:subject>
  <dc:creator>PptxGenJS</dc:creator>
  <cp:lastModifiedBy>SangHun Shin</cp:lastModifiedBy>
  <cp:revision>2</cp:revision>
  <dcterms:created xsi:type="dcterms:W3CDTF">2026-05-14T06:15:24Z</dcterms:created>
  <dcterms:modified xsi:type="dcterms:W3CDTF">2026-05-14T06:29:42Z</dcterms:modified>
</cp:coreProperties>
</file>